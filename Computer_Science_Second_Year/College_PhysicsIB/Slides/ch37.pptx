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30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74"/>
    <p:restoredTop sz="94672"/>
  </p:normalViewPr>
  <p:slideViewPr>
    <p:cSldViewPr>
      <p:cViewPr varScale="1">
        <p:scale>
          <a:sx n="108" d="100"/>
          <a:sy n="108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7025208" cy="533400"/>
          </a:xfrm>
        </p:spPr>
        <p:txBody>
          <a:bodyPr>
            <a:normAutofit/>
          </a:bodyPr>
          <a:lstStyle/>
          <a:p>
            <a:r>
              <a:rPr lang="fr-FR" dirty="0"/>
              <a:t>Modern</a:t>
            </a:r>
            <a:r>
              <a:rPr lang="zh-CN" altLang="en-US" dirty="0"/>
              <a:t> </a:t>
            </a:r>
            <a:r>
              <a:rPr lang="en-US" altLang="zh-CN" dirty="0"/>
              <a:t>Physics</a:t>
            </a:r>
            <a:r>
              <a:rPr lang="zh-CN" altLang="en-US" dirty="0"/>
              <a:t> </a:t>
            </a:r>
            <a:r>
              <a:rPr lang="en-US" altLang="zh-CN" dirty="0"/>
              <a:t>VI</a:t>
            </a:r>
            <a:r>
              <a:rPr lang="zh-CN" altLang="en-US" dirty="0"/>
              <a:t> </a:t>
            </a:r>
            <a:r>
              <a:rPr lang="en-SG" altLang="zh-CN" dirty="0"/>
              <a:t>Relativity </a:t>
            </a:r>
            <a:r>
              <a:rPr lang="fr-FR" dirty="0"/>
              <a:t>(Ch. 3</a:t>
            </a:r>
            <a:r>
              <a:rPr lang="en-US" altLang="zh-CN" dirty="0"/>
              <a:t>7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Invariance of Physical Laws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Relativity of Simultaneity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Relativity of Time Intervals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Relativity of Length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Lorentz Transformations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Doppler Effect for Electromagnetic Waves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Relativistic Momentum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37-8  Relativistic Work and Energy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37-9  Newtonian Mechanics and Relativity</a:t>
            </a:r>
          </a:p>
          <a:p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Invariance of Physical Laws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9FFCE-9957-FD9D-6C9C-FAEF29B709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30"/>
          <a:stretch/>
        </p:blipFill>
        <p:spPr>
          <a:xfrm>
            <a:off x="457200" y="1197758"/>
            <a:ext cx="7581900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0CDF0B-D7B4-72B1-BB6D-B9F8FDA87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89" y="2243116"/>
            <a:ext cx="8377497" cy="726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65FD98-E526-757D-0253-A29D222EF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28" y="3158397"/>
            <a:ext cx="8872143" cy="302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A515-5472-DB2C-F721-D365A196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936D-9895-441D-599A-5A82F4ED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Invariance of Physical Laws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45943-B6AF-DEF8-BE4B-5CDFB975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0905E-A4E4-3106-FDBC-0815FE5D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4303E-D810-F904-4684-13F713DFC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74" y="1440240"/>
            <a:ext cx="8687251" cy="432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2D615-7FA7-631E-4223-7C0E51141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078" y="2406169"/>
            <a:ext cx="53975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1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5F20-983D-A225-E006-B44E804F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B31-E8DE-1145-BD10-A5C3919A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Invariance of Physical Laws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02766-9B08-040C-A5A9-7FEEEA44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F23FF-EF68-2220-D0D5-C698B1E4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1A1B3-B452-A36F-CBBD-63C3C55FD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134004"/>
            <a:ext cx="4117291" cy="3648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CD228D-6D53-66BF-8C50-67FDD2967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979" y="2134004"/>
            <a:ext cx="4432559" cy="7909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96C6C5-1BAE-6A2B-B1F6-C38BD4845737}"/>
              </a:ext>
            </a:extLst>
          </p:cNvPr>
          <p:cNvSpPr txBox="1"/>
          <p:nvPr/>
        </p:nvSpPr>
        <p:spPr>
          <a:xfrm>
            <a:off x="612648" y="1328065"/>
            <a:ext cx="6552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Galilean coordinate transformation</a:t>
            </a:r>
            <a:endParaRPr lang="en-SG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E7E912-D85F-3BB2-9E2A-1B0BD64F6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4286465"/>
            <a:ext cx="1759639" cy="5758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ECBB3A-DDAA-A02A-7D07-83951591C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271" y="3268248"/>
            <a:ext cx="2158902" cy="88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5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D3542-6FE7-AF23-7EA5-F2899846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AF0A-A608-4ECE-2156-C84B5BEB3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Relativity of Simultaneity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13719-7803-95F5-49FD-3E5877A5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733EE-5741-F411-D2D3-725D2723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6D2E7-1979-989C-AFA1-77567033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8158866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8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24A2-8AA6-B858-A0F5-EF00D6A8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67D1-8FB4-3EE7-9763-280AF352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Relativity of Simultaneity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63EFF-96F4-77BB-0950-843B3DC7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B74DD-9602-494F-1AFA-EA9EC990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095CF-83FC-F38C-6E11-35A00E17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23" y="1981783"/>
            <a:ext cx="8297377" cy="289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9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2937A-15E3-5CAE-2753-8094530B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C856-B10D-A581-703E-4C046E7B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Relativity of Simultaneity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7E7C7-B92D-41F7-8012-4EF2DF04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BB58-41B2-C6E2-C743-8FCAFD13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D653F-4FD4-0048-7225-0776EAA1D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7787"/>
            <a:ext cx="8452804" cy="2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1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3B939-4A44-A932-EE97-5ECCD55EC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04AD-DAE5-8329-D4B3-7F389EF7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Relativity of Simultaneity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2BA0F-A066-892A-876C-D938C800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F3857-9AD7-3B78-D903-362E2857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AAA7F-EEF0-6146-E4B2-21484639D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01" y="2276872"/>
            <a:ext cx="8369411" cy="258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98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E575-91C5-0F95-A129-436186EE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A50D-B717-8106-BDEA-008AAD1C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Relativity of Time Intervals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F2EFA-E253-BACF-C89F-F919F685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323B0-CA23-DA8F-7B8F-C2C0B679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120451-ED8E-D0CC-6545-CB00912CF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37" y="1294874"/>
            <a:ext cx="8611725" cy="3280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274C3E-B248-A82C-4B36-53B9BD502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588060"/>
            <a:ext cx="1244600" cy="59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FC4296-503B-0D1D-E9B8-C6F3E6B09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919" y="4442292"/>
            <a:ext cx="2362200" cy="939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B53006-666A-AC62-20B3-98B01B774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072" y="4486268"/>
            <a:ext cx="3111500" cy="825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AA69B2-F175-645E-4628-6D807499F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16" y="5379308"/>
            <a:ext cx="3136900" cy="838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F35110-A606-C2AC-0025-9FC34E69C0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262" y="5436629"/>
            <a:ext cx="40386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4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A0A51-1E15-C6A1-25BF-FD68FA2F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1E9B-0FE2-AF1F-51FF-552DC35B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Relativity of Length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8E3F6-413B-CA43-FD64-FF323144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5CCC4-5D6D-AB49-D6C1-4674C5EF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53C75-EE4F-A0DA-EF6A-BE05DB4C0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31" y="1196752"/>
            <a:ext cx="6859138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96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800D-D1C7-9978-09C2-FD60039F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DFFD-804A-276A-A0AE-10EBD6A4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Relativity of Length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F73C4-EEF2-F82B-AE17-A3F73D29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BAE38-4E62-FDC8-3ECE-ABA64EB4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ADFA58-D14E-3AFD-2D7E-45C086FB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484784"/>
            <a:ext cx="18288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7C5E8-D479-CF49-D0C1-C301D4A40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2036118"/>
            <a:ext cx="13589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82B240-47EA-3171-E016-5C35159BC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2612852"/>
            <a:ext cx="15494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286CA2-C1FC-A22C-668E-7D88FCD9A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114" y="3429000"/>
            <a:ext cx="1358900" cy="77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DAAED-B15F-56CE-75A8-A1964B7EBA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755" y="4239331"/>
            <a:ext cx="3962400" cy="72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797E41-7DC3-7A4B-8DAC-BAF907FBA6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52" y="5373216"/>
            <a:ext cx="1981200" cy="711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24362F-503B-E940-217F-AB77CDE839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9364" y="5287839"/>
            <a:ext cx="2057400" cy="825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06F2A6-55C5-8845-32FE-9BAEDF2417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554" y="4853967"/>
            <a:ext cx="45085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01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C1EB4-4820-479F-F7D8-7AD60944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088D-45C6-0A03-7B42-7FC77657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Lorentz Transformations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E39C6-8A30-B00D-2460-AB6E967D8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7D994-9B69-6918-1526-9D56460F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4A40A-AB90-EB6F-8A90-5F2AE9416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08416"/>
            <a:ext cx="3685800" cy="51232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AD5EEB-5FA7-250B-E1E7-055EA4F634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917"/>
          <a:stretch/>
        </p:blipFill>
        <p:spPr>
          <a:xfrm>
            <a:off x="4656374" y="1946631"/>
            <a:ext cx="4266666" cy="25771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1B7A73-B745-5395-1E2C-75E887267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218" y="5070313"/>
            <a:ext cx="2584157" cy="90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05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631A-6C1C-1111-71EE-F8649722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B683-AE4C-6F61-3F31-7937BC09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Doppler Effect for Electromagnetic Waves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DDD1B-F839-B92B-FD19-0D199384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53A8A-C73C-167E-448B-4DBEF367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BA8CB-C54B-577A-EA53-D42B8643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01" y="1616552"/>
            <a:ext cx="8680597" cy="3240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268EE-8123-C065-3781-2ADD83CA0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5190412"/>
            <a:ext cx="7302266" cy="83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51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3968-E00C-6F61-3ABD-FDDE265D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A7AF-9F43-1B90-F689-3783F3BB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Relativistic Momentum</a:t>
            </a:r>
            <a:endParaRPr lang="en-GB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1494A-14F9-A74C-7CAC-9A90A80D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3FB1B-1FAE-7075-106E-19601D6C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BED1E-3115-7329-A62A-73EC8968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0" y="1340768"/>
            <a:ext cx="4633122" cy="48965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53CB03-2AF1-7ED6-7AA1-E24877EF8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059670"/>
            <a:ext cx="2841308" cy="1225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A15F45-4B35-297D-6602-5953C2AE6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3588160"/>
            <a:ext cx="1836003" cy="5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54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EB1B-46F9-1630-6057-0A8D7D9B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4BB1-1317-0C92-F61C-10CC6E5F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37-8  Relativistic Work and Energy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C1D13-66F7-8EE5-269F-5574D9B4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624CA-7F7D-5D2B-9EC9-53D96163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95441C-5065-281A-E330-F12F813E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44" y="1911159"/>
            <a:ext cx="4860101" cy="802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6697E5-2612-BB9C-BC27-EE16DBC3A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22" y="1317625"/>
            <a:ext cx="3784600" cy="4864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71E0B8-4B07-F223-E804-14D9A32DD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582" y="3832952"/>
            <a:ext cx="5378697" cy="698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604843-6F7F-3856-AAC4-22DC43A4A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3128717"/>
            <a:ext cx="33782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77873C-EEB9-417C-BE2D-8A8A529AC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3141" y="4909313"/>
            <a:ext cx="5125960" cy="51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22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9B950-5A7A-05F0-F788-03B773AD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A26F-30AD-FC89-60F6-43ED143C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37-9  Newtonian Mechanics and Relativity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E2777-7FD9-5355-F50C-43E80301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7C231-6FAF-8103-71B9-85F4AC8E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8FBC5-F0C1-4CA8-24F4-805953D05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03" y="1174750"/>
            <a:ext cx="3543300" cy="4508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4A23EF-D46D-B779-F5C1-AFE5280DA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310704"/>
            <a:ext cx="3276600" cy="4406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CEE9D3-11ED-9216-2272-50387672CAB4}"/>
              </a:ext>
            </a:extLst>
          </p:cNvPr>
          <p:cNvSpPr txBox="1"/>
          <p:nvPr/>
        </p:nvSpPr>
        <p:spPr>
          <a:xfrm>
            <a:off x="3635896" y="581931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 err="1">
                <a:effectLst/>
                <a:latin typeface="Times"/>
              </a:rPr>
              <a:t>noninertial</a:t>
            </a:r>
            <a:r>
              <a:rPr lang="en-SG" sz="2400" dirty="0">
                <a:effectLst/>
                <a:latin typeface="Times"/>
              </a:rPr>
              <a:t> frames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24103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B86CC-CBDC-211B-773E-63BF5043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72B3-85ED-BE99-57D3-9299AF2A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37-9  Newtonian Mechanics and Relativity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53C8C-92C6-1517-CF6A-310C91A8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00D8E-2C05-BE29-6A36-3D85ECCE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574CD7-2DB2-8603-6666-8001E6B2A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79" y="1208081"/>
            <a:ext cx="7306642" cy="502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30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E35AA-0F34-DA40-FBA7-7F102963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C7D88-4E99-2BB5-B1B1-D3CB9030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37-9  Newtonian Mechanics and Relativity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ECCE0B-56C0-4BC0-2A87-16AB0EC5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VI (Ch. 37)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D428B-D8C1-95FD-4196-B7584641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6DF6A-0877-F7E4-0390-EDA049B8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14" y="1824454"/>
            <a:ext cx="3806952" cy="44694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D8C534-E0D7-5F12-DEC3-E54F99093825}"/>
              </a:ext>
            </a:extLst>
          </p:cNvPr>
          <p:cNvSpPr txBox="1"/>
          <p:nvPr/>
        </p:nvSpPr>
        <p:spPr>
          <a:xfrm>
            <a:off x="200515" y="2636912"/>
            <a:ext cx="47866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effectLst/>
                <a:latin typeface="Times"/>
              </a:rPr>
              <a:t>Special theory of relativity </a:t>
            </a:r>
            <a:endParaRPr lang="en-SG" dirty="0">
              <a:latin typeface="Times"/>
            </a:endParaRPr>
          </a:p>
          <a:p>
            <a:r>
              <a:rPr lang="en-SG" dirty="0">
                <a:effectLst/>
                <a:latin typeface="Times"/>
                <a:sym typeface="Wingdings" pitchFamily="2" charset="2"/>
              </a:rPr>
              <a:t></a:t>
            </a:r>
            <a:r>
              <a:rPr lang="en-SG" dirty="0">
                <a:effectLst/>
                <a:latin typeface="Times"/>
              </a:rPr>
              <a:t>the satellites are moving relative to the receiver on earth</a:t>
            </a:r>
            <a:endParaRPr lang="en-SG" dirty="0">
              <a:latin typeface="Times"/>
            </a:endParaRPr>
          </a:p>
          <a:p>
            <a:endParaRPr lang="en-SG" dirty="0">
              <a:effectLst/>
              <a:latin typeface="Times"/>
            </a:endParaRPr>
          </a:p>
          <a:p>
            <a:r>
              <a:rPr lang="en-SG">
                <a:latin typeface="Times"/>
              </a:rPr>
              <a:t>G</a:t>
            </a:r>
            <a:r>
              <a:rPr lang="en-SG">
                <a:effectLst/>
                <a:latin typeface="Times"/>
              </a:rPr>
              <a:t>eneral </a:t>
            </a:r>
            <a:r>
              <a:rPr lang="en-SG" dirty="0">
                <a:effectLst/>
                <a:latin typeface="Times"/>
              </a:rPr>
              <a:t>theory of relativity </a:t>
            </a:r>
          </a:p>
          <a:p>
            <a:r>
              <a:rPr lang="en-SG" dirty="0">
                <a:effectLst/>
                <a:latin typeface="Times"/>
                <a:sym typeface="Wingdings" pitchFamily="2" charset="2"/>
              </a:rPr>
              <a:t></a:t>
            </a:r>
            <a:r>
              <a:rPr lang="en-SG" dirty="0">
                <a:effectLst/>
                <a:latin typeface="Times"/>
              </a:rPr>
              <a:t>the satellites are higher in the earth’s gravitational field than the receiver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2846A-7DAC-4D4D-D438-04F851C76287}"/>
              </a:ext>
            </a:extLst>
          </p:cNvPr>
          <p:cNvSpPr txBox="1"/>
          <p:nvPr/>
        </p:nvSpPr>
        <p:spPr>
          <a:xfrm>
            <a:off x="307848" y="1299061"/>
            <a:ext cx="721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collection of more than two dozen satellites in very precise orbits.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37474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5268</TotalTime>
  <Words>387</Words>
  <Application>Microsoft Macintosh PowerPoint</Application>
  <PresentationFormat>On-screen Show (4:3)</PresentationFormat>
  <Paragraphs>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Times</vt:lpstr>
      <vt:lpstr>Bookman Old Style</vt:lpstr>
      <vt:lpstr>Calibri</vt:lpstr>
      <vt:lpstr>Helvetica Neue</vt:lpstr>
      <vt:lpstr>Wingdings</vt:lpstr>
      <vt:lpstr>Wingdings 3</vt:lpstr>
      <vt:lpstr>Origin</vt:lpstr>
      <vt:lpstr>PHYS1001B College Physics IB</vt:lpstr>
      <vt:lpstr>Outline</vt:lpstr>
      <vt:lpstr>37-1 Invariance of Physical Laws</vt:lpstr>
      <vt:lpstr>37-1 Invariance of Physical Laws</vt:lpstr>
      <vt:lpstr>37-1 Invariance of Physical Laws</vt:lpstr>
      <vt:lpstr>37-2 Relativity of Simultaneity</vt:lpstr>
      <vt:lpstr>37-2 Relativity of Simultaneity</vt:lpstr>
      <vt:lpstr>37-2 Relativity of Simultaneity</vt:lpstr>
      <vt:lpstr>37-2 Relativity of Simultaneity</vt:lpstr>
      <vt:lpstr>37-3 Relativity of Time Intervals</vt:lpstr>
      <vt:lpstr>37-4 Relativity of Length</vt:lpstr>
      <vt:lpstr>37-4 Relativity of Length</vt:lpstr>
      <vt:lpstr>37-5 The Lorentz Transformations</vt:lpstr>
      <vt:lpstr>37-6 The Doppler Effect for Electromagnetic Waves</vt:lpstr>
      <vt:lpstr>37-7 Relativistic Momentum</vt:lpstr>
      <vt:lpstr>37-8  Relativistic Work and Energy</vt:lpstr>
      <vt:lpstr>37-9  Newtonian Mechanics and Relativity</vt:lpstr>
      <vt:lpstr>37-9  Newtonian Mechanics and Relativity</vt:lpstr>
      <vt:lpstr>37-9  Newtonian Mechanics and Relativity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tanka tang</cp:lastModifiedBy>
  <cp:revision>267</cp:revision>
  <cp:lastPrinted>2019-08-29T04:50:17Z</cp:lastPrinted>
  <dcterms:created xsi:type="dcterms:W3CDTF">2013-05-27T09:54:43Z</dcterms:created>
  <dcterms:modified xsi:type="dcterms:W3CDTF">2024-12-15T03:57:47Z</dcterms:modified>
</cp:coreProperties>
</file>