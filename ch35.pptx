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sldIdLst>
    <p:sldId id="256" r:id="rId2"/>
    <p:sldId id="264" r:id="rId3"/>
    <p:sldId id="257" r:id="rId4"/>
    <p:sldId id="306" r:id="rId5"/>
    <p:sldId id="315" r:id="rId6"/>
    <p:sldId id="316" r:id="rId7"/>
    <p:sldId id="317" r:id="rId8"/>
    <p:sldId id="318" r:id="rId9"/>
    <p:sldId id="314" r:id="rId10"/>
    <p:sldId id="319" r:id="rId11"/>
    <p:sldId id="321" r:id="rId12"/>
    <p:sldId id="325" r:id="rId13"/>
    <p:sldId id="320" r:id="rId14"/>
    <p:sldId id="322" r:id="rId15"/>
    <p:sldId id="323" r:id="rId16"/>
    <p:sldId id="324" r:id="rId17"/>
    <p:sldId id="326" r:id="rId18"/>
    <p:sldId id="327" r:id="rId19"/>
    <p:sldId id="329" r:id="rId20"/>
    <p:sldId id="328" r:id="rId21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78"/>
    <p:restoredTop sz="94653"/>
  </p:normalViewPr>
  <p:slideViewPr>
    <p:cSldViewPr>
      <p:cViewPr varScale="1">
        <p:scale>
          <a:sx n="106" d="100"/>
          <a:sy n="106" d="100"/>
        </p:scale>
        <p:origin x="78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1992" y="-72"/>
      </p:cViewPr>
      <p:guideLst>
        <p:guide orient="horz" pos="2880"/>
        <p:guide pos="2160"/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2AA16D03-D235-4816-A60A-290C0630A47B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C7D4A74-6C7F-4752-B49D-9BACC919F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92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63888" y="6356350"/>
            <a:ext cx="5125960" cy="365760"/>
          </a:xfrm>
        </p:spPr>
        <p:txBody>
          <a:bodyPr/>
          <a:lstStyle>
            <a:lvl1pPr algn="r">
              <a:defRPr/>
            </a:lvl1pPr>
          </a:lstStyle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PHYS1001B</a:t>
            </a:r>
            <a:r>
              <a:rPr lang="en-GB" dirty="0"/>
              <a:t> </a:t>
            </a:r>
            <a:r>
              <a:rPr lang="en-US" altLang="zh-CN" dirty="0"/>
              <a:t>College</a:t>
            </a:r>
            <a:r>
              <a:rPr lang="zh-CN" altLang="en-US" dirty="0"/>
              <a:t> </a:t>
            </a:r>
            <a:r>
              <a:rPr lang="en-GB" dirty="0"/>
              <a:t>Physics I</a:t>
            </a:r>
            <a:r>
              <a:rPr lang="en-US" altLang="zh-CN"/>
              <a:t>B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Optics</a:t>
            </a:r>
            <a:r>
              <a:rPr lang="fr-FR" dirty="0"/>
              <a:t> I</a:t>
            </a:r>
            <a:r>
              <a:rPr lang="en-US" altLang="zh-CN" dirty="0"/>
              <a:t>II</a:t>
            </a:r>
            <a:r>
              <a:rPr lang="zh-CN" altLang="en-US" dirty="0"/>
              <a:t> </a:t>
            </a:r>
            <a:r>
              <a:rPr lang="en-SG" altLang="zh-CN" dirty="0"/>
              <a:t>Interference</a:t>
            </a:r>
            <a:r>
              <a:rPr lang="zh-CN" altLang="en-US" dirty="0"/>
              <a:t> </a:t>
            </a:r>
            <a:r>
              <a:rPr lang="fr-FR" dirty="0"/>
              <a:t>(Ch. </a:t>
            </a:r>
            <a:r>
              <a:rPr lang="en-US" altLang="zh-CN" dirty="0"/>
              <a:t>34</a:t>
            </a:r>
            <a:r>
              <a:rPr lang="fr-FR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401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</a:t>
            </a:fld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D11B4D-08D5-B8CF-78E7-2160CDD76CBF}"/>
              </a:ext>
            </a:extLst>
          </p:cNvPr>
          <p:cNvSpPr txBox="1"/>
          <p:nvPr/>
        </p:nvSpPr>
        <p:spPr>
          <a:xfrm>
            <a:off x="6320445" y="2924944"/>
            <a:ext cx="26460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sz="1800" dirty="0">
                <a:effectLst/>
                <a:latin typeface="Times"/>
              </a:rPr>
              <a:t>Optical effects that depend on the wave nature of light are grouped under the heading </a:t>
            </a:r>
            <a:r>
              <a:rPr lang="en-SG" sz="1800" b="1" dirty="0">
                <a:effectLst/>
                <a:latin typeface="Times"/>
              </a:rPr>
              <a:t>physical optics. </a:t>
            </a:r>
            <a:endParaRPr lang="en-SG" b="1" dirty="0">
              <a:latin typeface="Times"/>
            </a:endParaRPr>
          </a:p>
          <a:p>
            <a:pPr algn="just"/>
            <a:endParaRPr lang="en-SG" b="1" dirty="0">
              <a:latin typeface="Times"/>
            </a:endParaRPr>
          </a:p>
          <a:p>
            <a:pPr algn="just"/>
            <a:r>
              <a:rPr lang="en-US" altLang="zh-CN" b="1" dirty="0">
                <a:latin typeface="Times"/>
              </a:rPr>
              <a:t>Interference/</a:t>
            </a:r>
            <a:r>
              <a:rPr lang="zh-CN" altLang="en-US" b="1" dirty="0">
                <a:latin typeface="Times"/>
              </a:rPr>
              <a:t> </a:t>
            </a:r>
            <a:r>
              <a:rPr lang="en-US" altLang="zh-CN" b="1" dirty="0">
                <a:latin typeface="Times"/>
              </a:rPr>
              <a:t>diffraction</a:t>
            </a:r>
            <a:endParaRPr lang="en-SG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A554270-E8F2-BC8C-3667-8398768C5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16025"/>
            <a:ext cx="49530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5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Interference and Coherent Sources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Two-Source Interference of Light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Intensity in Interference Patterns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Interference in Thin Films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The Michelson Interferometer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074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Interference and Coherent Sources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D511C-6F7E-28CE-69BB-1C385B326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26" y="1262788"/>
            <a:ext cx="3573576" cy="37622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49D489-EFD2-C36D-7A03-12734F950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52" y="1177370"/>
            <a:ext cx="2571998" cy="2404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2CC623-7EDC-E0BD-3444-9D8FC71AE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3667693"/>
            <a:ext cx="2617550" cy="2654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D72E2D-7AFB-0A93-DD9A-7811B3C08E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3" y="5595212"/>
            <a:ext cx="6172691" cy="7267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991162-2A46-83A3-251B-B31AE3C2D637}"/>
              </a:ext>
            </a:extLst>
          </p:cNvPr>
          <p:cNvSpPr txBox="1"/>
          <p:nvPr/>
        </p:nvSpPr>
        <p:spPr>
          <a:xfrm>
            <a:off x="97631" y="514320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b="1" dirty="0">
                <a:effectLst/>
                <a:latin typeface="Times"/>
              </a:rPr>
              <a:t>principle of superposition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97551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Interference and Coherent Sources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9D489-EFD2-C36D-7A03-12734F950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12" y="1177370"/>
            <a:ext cx="3384376" cy="3164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2CC623-7EDC-E0BD-3444-9D8FC71AE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209" y="1177370"/>
            <a:ext cx="3120367" cy="3164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E9DED6-9C20-4452-3EB4-19181A481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101" y="4341531"/>
            <a:ext cx="6654022" cy="10623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AFB8F0-EDDD-9A11-BA95-F29114F63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4901" y="5442898"/>
            <a:ext cx="6494422" cy="91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23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Interference and Coherent Sources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694273-218A-E0E9-5BE6-5A91A0643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890" y="1461762"/>
            <a:ext cx="3153627" cy="4894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BC8750-4182-A9BB-C8D4-5BAF0ABF9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481120"/>
            <a:ext cx="2714071" cy="285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83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Two-Source Interference of Light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A1D6FF-5E2B-5870-E0F0-917AAF4F5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200158"/>
            <a:ext cx="5976664" cy="509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887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Two-Source Interference of Light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684A2-E7DE-C152-8AE5-7951A7058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43000"/>
            <a:ext cx="2567742" cy="48328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F44696-E0C2-D87A-3151-EACAE2BE20A0}"/>
              </a:ext>
            </a:extLst>
          </p:cNvPr>
          <p:cNvSpPr txBox="1"/>
          <p:nvPr/>
        </p:nvSpPr>
        <p:spPr>
          <a:xfrm>
            <a:off x="677278" y="596394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dirty="0">
                <a:effectLst/>
                <a:latin typeface="Times"/>
              </a:rPr>
              <a:t>Young’s double- slit 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D0FD1E-4949-4C17-B62C-F8B4423429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65" r="32911" b="-1"/>
          <a:stretch/>
        </p:blipFill>
        <p:spPr>
          <a:xfrm>
            <a:off x="3537709" y="4478460"/>
            <a:ext cx="4392488" cy="6278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976E77-9CF5-389C-4017-6423ADE21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3983" y="3022711"/>
            <a:ext cx="1435100" cy="609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273176-B378-8070-4F12-1C6895C9DC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7467" y="1909457"/>
            <a:ext cx="4267200" cy="431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4176B5-ADD2-DEF4-11C4-7FA17947FF73}"/>
              </a:ext>
            </a:extLst>
          </p:cNvPr>
          <p:cNvSpPr txBox="1"/>
          <p:nvPr/>
        </p:nvSpPr>
        <p:spPr>
          <a:xfrm>
            <a:off x="3458308" y="1383323"/>
            <a:ext cx="2566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Constructive</a:t>
            </a:r>
            <a:r>
              <a:rPr lang="zh-CN" altLang="en-US" dirty="0"/>
              <a:t> </a:t>
            </a:r>
            <a:r>
              <a:rPr lang="en-US" altLang="zh-CN" dirty="0"/>
              <a:t>interference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DA2391-4906-EB6D-0D35-C02D7038D64D}"/>
              </a:ext>
            </a:extLst>
          </p:cNvPr>
          <p:cNvSpPr txBox="1"/>
          <p:nvPr/>
        </p:nvSpPr>
        <p:spPr>
          <a:xfrm>
            <a:off x="3458308" y="3930360"/>
            <a:ext cx="2457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Destructive</a:t>
            </a:r>
            <a:r>
              <a:rPr lang="zh-CN" altLang="en-US" dirty="0"/>
              <a:t> </a:t>
            </a:r>
            <a:r>
              <a:rPr lang="en-US" altLang="zh-CN" dirty="0"/>
              <a:t>interference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3118D2-C50E-0C15-D662-7F9AE3F69129}"/>
              </a:ext>
            </a:extLst>
          </p:cNvPr>
          <p:cNvSpPr txBox="1"/>
          <p:nvPr/>
        </p:nvSpPr>
        <p:spPr>
          <a:xfrm>
            <a:off x="3458308" y="2554882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Small</a:t>
            </a:r>
            <a:r>
              <a:rPr lang="zh-CN" altLang="en-US" dirty="0"/>
              <a:t> </a:t>
            </a:r>
            <a:r>
              <a:rPr lang="en-US" altLang="zh-CN" dirty="0"/>
              <a:t>angle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3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0753E-AF68-256A-A174-D21A6468B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76" y="1143000"/>
            <a:ext cx="5910995" cy="18722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57EBBF-CDE2-A074-2728-81276D091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25" y="2995673"/>
            <a:ext cx="5125960" cy="15424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207CE0-EDC9-A73C-1306-B936227B6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407" y="3908976"/>
            <a:ext cx="4418350" cy="244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23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Intensity in Interference Patterns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4FB827-36F3-69C0-C23E-36375A49E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10" y="1371600"/>
            <a:ext cx="4185825" cy="4505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47DBAE-84AC-6D57-FF85-6C2F02E93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718" y="1479897"/>
            <a:ext cx="4178300" cy="965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1C6709-BFC1-E580-2469-6F4F53BBF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9491" y="2361368"/>
            <a:ext cx="4445000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2AE78E3-1A7C-1F0E-A762-A71EF3FF59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1189"/>
          <a:stretch/>
        </p:blipFill>
        <p:spPr>
          <a:xfrm>
            <a:off x="4300748" y="3326568"/>
            <a:ext cx="1800200" cy="762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B34110-F65B-528A-215A-3CFB9A9339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2235" y="4350130"/>
            <a:ext cx="45720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964E77-0260-220D-B811-1EFF545133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0748" y="5311446"/>
            <a:ext cx="16256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56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11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412AC-AE43-ABEF-9709-22E88A57D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959" y="1208256"/>
            <a:ext cx="5328592" cy="4667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252DE6-0064-708E-0427-31DFB109A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016" y="1658930"/>
            <a:ext cx="4746477" cy="17311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F97A15-52B0-B6CC-E504-D9A0B6125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636" y="3422738"/>
            <a:ext cx="4300687" cy="13401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51D7D4-BFFC-6558-8183-BD2BD7D5EC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679" y="3234645"/>
            <a:ext cx="4445744" cy="305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269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Intensity in Interference Patterns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C28911-460D-7048-307D-AF2A1EC36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4725144"/>
            <a:ext cx="6781800" cy="76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DD28A9-9088-8091-B97C-9B37E4EA4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64" y="1898340"/>
            <a:ext cx="8858596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42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Interference in Thin Films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23B75-6037-B69F-54BB-C3D46911F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6" y="1514608"/>
            <a:ext cx="4178300" cy="4406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8DE6B0-693E-CE84-DAA5-EB33F2B6D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16125"/>
            <a:ext cx="42291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544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Interference in Thin Films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49C4DA-B987-85B5-0DC9-3D48BB0C9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772816"/>
            <a:ext cx="9008574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498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Interference in Thin Films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1D8A92-20B4-3443-2334-56029F58C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456" y="1229608"/>
            <a:ext cx="6192688" cy="504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389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Interference in Thin Films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C8AF88-E1D9-9282-9FFB-7B1003B82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772816"/>
            <a:ext cx="8614726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97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DAB8D7-D264-EF84-2D84-EBBF510FE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0" y="1278182"/>
            <a:ext cx="5334001" cy="228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00EC75-C532-2B3A-D096-4A38AD0AA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3789040"/>
            <a:ext cx="5141165" cy="219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182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18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EAD127-CE07-A82F-7D56-1CDE15046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337" y="1182624"/>
            <a:ext cx="5039472" cy="11828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95D287-3DB3-515F-FC1B-E999CF151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888" y="2387829"/>
            <a:ext cx="5522224" cy="387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21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Interference in Thin Films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19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2370DE-9971-101D-C0C0-20C48E2F8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4" y="1823653"/>
            <a:ext cx="4570793" cy="38520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3745E1-5F34-D743-A5E1-2D783329D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833565"/>
            <a:ext cx="4038600" cy="40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58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35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The Michelson Interferometer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III (Ch. 35)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20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D7D8DA-B6C2-CC19-5B85-001F8FE55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168096"/>
            <a:ext cx="5832648" cy="40095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4D5733-6B46-E524-2B09-64CB7EBB7EAE}"/>
              </a:ext>
            </a:extLst>
          </p:cNvPr>
          <p:cNvSpPr txBox="1"/>
          <p:nvPr/>
        </p:nvSpPr>
        <p:spPr>
          <a:xfrm>
            <a:off x="352440" y="1258094"/>
            <a:ext cx="83164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sz="1800" dirty="0">
                <a:effectLst/>
                <a:latin typeface="Times"/>
              </a:rPr>
              <a:t>Michelson interferometers are used to make precise measurements of wavelengths and of very small distances, such as the minute changes in thickness of an axon when a nerve impulse propagates along its length. 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C47B5C-5BBE-482C-B95D-D41DCB590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999" y="4797152"/>
            <a:ext cx="2542857" cy="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6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自訂 1">
      <a:majorFont>
        <a:latin typeface="Bookman Old Style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3780</TotalTime>
  <Words>368</Words>
  <Application>Microsoft Office PowerPoint</Application>
  <PresentationFormat>On-screen Show (4:3)</PresentationFormat>
  <Paragraphs>73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Helvetica Neue</vt:lpstr>
      <vt:lpstr>Bookman Old Style</vt:lpstr>
      <vt:lpstr>Calibri</vt:lpstr>
      <vt:lpstr>Times</vt:lpstr>
      <vt:lpstr>Wingdings</vt:lpstr>
      <vt:lpstr>Wingdings 3</vt:lpstr>
      <vt:lpstr>Origin</vt:lpstr>
      <vt:lpstr>PHYS1001B College Physics IB</vt:lpstr>
      <vt:lpstr>Introduction</vt:lpstr>
      <vt:lpstr>Outline</vt:lpstr>
      <vt:lpstr>35-1 Interference and Coherent Sources</vt:lpstr>
      <vt:lpstr>35-1 Interference and Coherent Sources</vt:lpstr>
      <vt:lpstr>35-1 Interference and Coherent Sources</vt:lpstr>
      <vt:lpstr>35-2 Two-Source Interference of Light</vt:lpstr>
      <vt:lpstr>35-2 Two-Source Interference of Light</vt:lpstr>
      <vt:lpstr>Sample Problem</vt:lpstr>
      <vt:lpstr>35-3 Intensity in Interference Patterns</vt:lpstr>
      <vt:lpstr>Sample Problem</vt:lpstr>
      <vt:lpstr>35-3 Intensity in Interference Patterns</vt:lpstr>
      <vt:lpstr>35-4 Interference in Thin Films</vt:lpstr>
      <vt:lpstr>35-4 Interference in Thin Films</vt:lpstr>
      <vt:lpstr>35-4 Interference in Thin Films</vt:lpstr>
      <vt:lpstr>35-4 Interference in Thin Films</vt:lpstr>
      <vt:lpstr>Sample Problem</vt:lpstr>
      <vt:lpstr>Sample Problem</vt:lpstr>
      <vt:lpstr>35-4 Interference in Thin Films</vt:lpstr>
      <vt:lpstr>35-5 The Michelson Interferometer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CCN1049 Physics I</dc:title>
  <dc:creator>Hing-tung Mok [HKCC]</dc:creator>
  <cp:lastModifiedBy>waqas haider</cp:lastModifiedBy>
  <cp:revision>223</cp:revision>
  <cp:lastPrinted>2019-08-29T04:50:17Z</cp:lastPrinted>
  <dcterms:created xsi:type="dcterms:W3CDTF">2013-05-27T09:54:43Z</dcterms:created>
  <dcterms:modified xsi:type="dcterms:W3CDTF">2025-11-12T12:18:32Z</dcterms:modified>
</cp:coreProperties>
</file>